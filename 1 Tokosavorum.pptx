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61" r:id="rId4"/>
    <p:sldId id="257" r:id="rId5"/>
    <p:sldId id="258" r:id="rId6"/>
    <p:sldId id="259" r:id="rId7"/>
    <p:sldId id="260" r:id="rId8"/>
    <p:sldId id="262" r:id="rId9"/>
    <p:sldId id="26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5642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7689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864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9947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992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5519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36013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104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50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80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43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B45A88-84CD-47B4-B068-1CCEBD78BFD4}" type="datetimeFigureOut">
              <a:rPr lang="ru-RU" smtClean="0"/>
              <a:t>05.12.2025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3C014E-9B9C-41BF-A6F2-641765A46AF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950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8276" y="634091"/>
            <a:ext cx="10635448" cy="3485148"/>
          </a:xfrm>
        </p:spPr>
        <p:txBody>
          <a:bodyPr>
            <a:noAutofit/>
          </a:bodyPr>
          <a:lstStyle/>
          <a:p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Վարկային </a:t>
            </a:r>
            <a:r>
              <a:rPr lang="hy-AM" sz="4000" dirty="0">
                <a:solidFill>
                  <a:schemeClr val="accent5">
                    <a:lumMod val="75000"/>
                  </a:schemeClr>
                </a:solidFill>
                <a:latin typeface="Stylafen"/>
              </a:rPr>
              <a:t>ռիսկի մոդելավորում ամպային տեխնոլոգիաներով և ակնկալվող վարկային վնասների գնահատում՝ ֆինանսական տվյալների հիման վրա (ՖՀՄՍ 9 պահանջների համատեքստում</a:t>
            </a:r>
            <a:r>
              <a:rPr lang="hy-AM" sz="4000" dirty="0" smtClean="0">
                <a:solidFill>
                  <a:schemeClr val="accent5">
                    <a:lumMod val="75000"/>
                  </a:schemeClr>
                </a:solidFill>
                <a:latin typeface="Stylafen"/>
              </a:rPr>
              <a:t>)</a:t>
            </a:r>
            <a:endParaRPr lang="ru-RU" sz="4000" dirty="0">
              <a:solidFill>
                <a:schemeClr val="accent5">
                  <a:lumMod val="75000"/>
                </a:schemeClr>
              </a:solidFill>
              <a:latin typeface="Stylafen"/>
            </a:endParaRPr>
          </a:p>
        </p:txBody>
      </p:sp>
      <p:sp>
        <p:nvSpPr>
          <p:cNvPr id="5" name="AutoShape 4" descr="Types Of Servers: Shared, Dedicated, Cloud, and Virtual — Jones IT"/>
          <p:cNvSpPr>
            <a:spLocks noGrp="1" noChangeAspect="1" noChangeArrowheads="1"/>
          </p:cNvSpPr>
          <p:nvPr>
            <p:ph type="subTitle" idx="1"/>
          </p:nvPr>
        </p:nvSpPr>
        <p:spPr bwMode="auto">
          <a:xfrm>
            <a:off x="1524000" y="4924811"/>
            <a:ext cx="9144000" cy="632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r>
              <a:rPr lang="hy-AM" sz="3200" dirty="0" smtClean="0">
                <a:solidFill>
                  <a:srgbClr val="002060"/>
                </a:solidFill>
              </a:rPr>
              <a:t>Հայկ Հովսեփյան ՄԹ240</a:t>
            </a:r>
            <a:endParaRPr lang="ru-RU" sz="32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634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Խնդրի Դրվածք</a:t>
            </a:r>
            <a:r>
              <a:rPr lang="en-US" dirty="0" smtClean="0">
                <a:latin typeface="Stylafen"/>
              </a:rPr>
              <a:t/>
            </a:r>
            <a:br>
              <a:rPr lang="en-US" dirty="0" smtClean="0">
                <a:latin typeface="Stylafen"/>
              </a:rPr>
            </a:br>
            <a:r>
              <a:rPr lang="en-US" dirty="0" smtClean="0">
                <a:latin typeface="Stylafen"/>
              </a:rPr>
              <a:t>(should be some picture bel)</a:t>
            </a:r>
            <a:endParaRPr lang="ru-RU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1881218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Ամպային Տեխնոլոգիաներ</a:t>
            </a:r>
            <a:endParaRPr lang="ru-RU" dirty="0">
              <a:latin typeface="Stylafen"/>
            </a:endParaRP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82389"/>
            <a:ext cx="10515600" cy="3837810"/>
          </a:xfrm>
        </p:spPr>
      </p:pic>
    </p:spTree>
    <p:extLst>
      <p:ext uri="{BB962C8B-B14F-4D97-AF65-F5344CB8AC3E}">
        <p14:creationId xmlns:p14="http://schemas.microsoft.com/office/powerpoint/2010/main" val="29558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54" y="201011"/>
            <a:ext cx="11363568" cy="6392007"/>
          </a:xfrm>
        </p:spPr>
      </p:pic>
    </p:spTree>
    <p:extLst>
      <p:ext uri="{BB962C8B-B14F-4D97-AF65-F5344CB8AC3E}">
        <p14:creationId xmlns:p14="http://schemas.microsoft.com/office/powerpoint/2010/main" val="948259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y-AM" dirty="0" smtClean="0">
                <a:latin typeface="Stylafen"/>
              </a:rPr>
              <a:t>Մեդալիոն Ճարտարագիտություն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0608" y="1825625"/>
            <a:ext cx="9050783" cy="4351338"/>
          </a:xfrm>
        </p:spPr>
      </p:pic>
    </p:spTree>
    <p:extLst>
      <p:ext uri="{BB962C8B-B14F-4D97-AF65-F5344CB8AC3E}">
        <p14:creationId xmlns:p14="http://schemas.microsoft.com/office/powerpoint/2010/main" val="3398836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OLTP/OLAP </a:t>
            </a:r>
            <a:r>
              <a:rPr lang="hy-AM" dirty="0" smtClean="0">
                <a:latin typeface="Stylafen"/>
              </a:rPr>
              <a:t>համակարգեր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34329"/>
            <a:ext cx="10515600" cy="4333929"/>
          </a:xfrm>
        </p:spPr>
      </p:pic>
    </p:spTree>
    <p:extLst>
      <p:ext uri="{BB962C8B-B14F-4D97-AF65-F5344CB8AC3E}">
        <p14:creationId xmlns:p14="http://schemas.microsoft.com/office/powerpoint/2010/main" val="2068935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817887"/>
            <a:ext cx="10515600" cy="1325563"/>
          </a:xfrm>
        </p:spPr>
        <p:txBody>
          <a:bodyPr/>
          <a:lstStyle/>
          <a:p>
            <a:pPr algn="ctr"/>
            <a:r>
              <a:rPr lang="hy-AM" dirty="0">
                <a:latin typeface="Stylafen"/>
              </a:rPr>
              <a:t>Տվյալային </a:t>
            </a:r>
            <a:r>
              <a:rPr lang="hy-AM" dirty="0" smtClean="0">
                <a:latin typeface="Stylafen"/>
              </a:rPr>
              <a:t>խողովակաշարեր</a:t>
            </a:r>
            <a:endParaRPr lang="ru-RU" dirty="0">
              <a:latin typeface="Stylafen"/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769" y="1823121"/>
            <a:ext cx="9376461" cy="4267570"/>
          </a:xfrm>
        </p:spPr>
      </p:pic>
    </p:spTree>
    <p:extLst>
      <p:ext uri="{BB962C8B-B14F-4D97-AF65-F5344CB8AC3E}">
        <p14:creationId xmlns:p14="http://schemas.microsoft.com/office/powerpoint/2010/main" val="3234181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latin typeface="Stylafen"/>
              </a:rPr>
              <a:t>Azure Data Factory (ADF)</a:t>
            </a:r>
            <a:endParaRPr lang="ru-RU" dirty="0">
              <a:latin typeface="Stylafen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821" y="1825625"/>
            <a:ext cx="8936358" cy="4351338"/>
          </a:xfrm>
        </p:spPr>
      </p:pic>
    </p:spTree>
    <p:extLst>
      <p:ext uri="{BB962C8B-B14F-4D97-AF65-F5344CB8AC3E}">
        <p14:creationId xmlns:p14="http://schemas.microsoft.com/office/powerpoint/2010/main" val="240757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8099" y="2318212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y-AM" sz="4800" dirty="0" smtClean="0">
                <a:latin typeface="Stylafen"/>
              </a:rPr>
              <a:t>Շնորհակալություն</a:t>
            </a:r>
            <a:endParaRPr lang="ru-RU" sz="4800" dirty="0">
              <a:latin typeface="Stylafen"/>
            </a:endParaRPr>
          </a:p>
        </p:txBody>
      </p:sp>
    </p:spTree>
    <p:extLst>
      <p:ext uri="{BB962C8B-B14F-4D97-AF65-F5344CB8AC3E}">
        <p14:creationId xmlns:p14="http://schemas.microsoft.com/office/powerpoint/2010/main" val="2486254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49</Words>
  <Application>Microsoft Office PowerPoint</Application>
  <PresentationFormat>Widescreen</PresentationFormat>
  <Paragraphs>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Stylafen</vt:lpstr>
      <vt:lpstr>Office Theme</vt:lpstr>
      <vt:lpstr>Վարկային ռիսկի մոդելավորում ամպային տեխնոլոգիաներով և ակնկալվող վարկային վնասների գնահատում՝ ֆինանսական տվյալների հիման վրա (ՖՀՄՍ 9 պահանջների համատեքստում)</vt:lpstr>
      <vt:lpstr>Խնդրի Դրվածք (should be some picture bel)</vt:lpstr>
      <vt:lpstr>Ամպային Տեխնոլոգիաներ</vt:lpstr>
      <vt:lpstr>PowerPoint Presentation</vt:lpstr>
      <vt:lpstr>Մեդալիոն Ճարտարագիտություն</vt:lpstr>
      <vt:lpstr>OLTP/OLAP համակարգեր</vt:lpstr>
      <vt:lpstr>Տվյալային խողովակաշարեր</vt:lpstr>
      <vt:lpstr>Azure Data Factory (ADF)</vt:lpstr>
      <vt:lpstr>Շնորհակալություն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20</cp:revision>
  <dcterms:created xsi:type="dcterms:W3CDTF">2025-12-04T19:58:14Z</dcterms:created>
  <dcterms:modified xsi:type="dcterms:W3CDTF">2025-12-05T19:31:55Z</dcterms:modified>
</cp:coreProperties>
</file>
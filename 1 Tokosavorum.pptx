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1" r:id="rId3"/>
    <p:sldId id="257" r:id="rId4"/>
    <p:sldId id="258" r:id="rId5"/>
    <p:sldId id="259" r:id="rId6"/>
    <p:sldId id="260" r:id="rId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67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05.12.2025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356426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05.12.2025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676893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05.12.2025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38645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05.12.2025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039947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05.12.2025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879926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05.12.2025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955191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05.12.2025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436013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05.12.2025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171048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05.12.2025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65020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05.12.2025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738054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05.12.2025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114317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B45A88-84CD-47B4-B068-1CCEBD78BFD4}" type="datetimeFigureOut">
              <a:rPr lang="ru-RU" smtClean="0"/>
              <a:t>05.12.2025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839505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5" name="AutoShape 4" descr="Types Of Servers: Shared, Dedicated, Cloud, and Virtual — Jones IT"/>
          <p:cNvSpPr>
            <a:spLocks noGrp="1" noChangeAspect="1" noChangeArrowheads="1"/>
          </p:cNvSpPr>
          <p:nvPr>
            <p:ph type="subTitle" idx="1"/>
          </p:nvPr>
        </p:nvSpPr>
        <p:spPr bwMode="auto"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226341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082389"/>
            <a:ext cx="10515600" cy="3837810"/>
          </a:xfrm>
        </p:spPr>
      </p:pic>
    </p:spTree>
    <p:extLst>
      <p:ext uri="{BB962C8B-B14F-4D97-AF65-F5344CB8AC3E}">
        <p14:creationId xmlns:p14="http://schemas.microsoft.com/office/powerpoint/2010/main" val="2955878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144" y="1825625"/>
            <a:ext cx="7735712" cy="4351338"/>
          </a:xfrm>
        </p:spPr>
      </p:pic>
    </p:spTree>
    <p:extLst>
      <p:ext uri="{BB962C8B-B14F-4D97-AF65-F5344CB8AC3E}">
        <p14:creationId xmlns:p14="http://schemas.microsoft.com/office/powerpoint/2010/main" val="9482595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0608" y="1825625"/>
            <a:ext cx="9050783" cy="4351338"/>
          </a:xfrm>
        </p:spPr>
      </p:pic>
    </p:spTree>
    <p:extLst>
      <p:ext uri="{BB962C8B-B14F-4D97-AF65-F5344CB8AC3E}">
        <p14:creationId xmlns:p14="http://schemas.microsoft.com/office/powerpoint/2010/main" val="33988364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834329"/>
            <a:ext cx="10515600" cy="4333929"/>
          </a:xfrm>
        </p:spPr>
      </p:pic>
    </p:spTree>
    <p:extLst>
      <p:ext uri="{BB962C8B-B14F-4D97-AF65-F5344CB8AC3E}">
        <p14:creationId xmlns:p14="http://schemas.microsoft.com/office/powerpoint/2010/main" val="20689354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AutoShape 8" descr="Types Of Servers: Shared, Dedicated, Cloud, and Virtual — Jones IT"/>
          <p:cNvSpPr>
            <a:spLocks noGrp="1" noChangeAspect="1" noChangeArrowheads="1"/>
          </p:cNvSpPr>
          <p:nvPr>
            <p:ph idx="1"/>
          </p:nvPr>
        </p:nvSpPr>
        <p:spPr bwMode="auto"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341814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0</Words>
  <Application>Microsoft Office PowerPoint</Application>
  <PresentationFormat>Widescreen</PresentationFormat>
  <Paragraphs>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user</cp:lastModifiedBy>
  <cp:revision>4</cp:revision>
  <dcterms:created xsi:type="dcterms:W3CDTF">2025-12-04T19:58:14Z</dcterms:created>
  <dcterms:modified xsi:type="dcterms:W3CDTF">2025-12-04T20:33:57Z</dcterms:modified>
</cp:coreProperties>
</file>
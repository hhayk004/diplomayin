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1" r:id="rId4"/>
    <p:sldId id="257" r:id="rId5"/>
    <p:sldId id="258" r:id="rId6"/>
    <p:sldId id="259" r:id="rId7"/>
    <p:sldId id="260" r:id="rId8"/>
    <p:sldId id="262" r:id="rId9"/>
    <p:sldId id="265" r:id="rId10"/>
    <p:sldId id="266" r:id="rId11"/>
    <p:sldId id="267" r:id="rId12"/>
    <p:sldId id="268" r:id="rId13"/>
    <p:sldId id="263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642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8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86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994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99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51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60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104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0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80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45A88-84CD-47B4-B068-1CCEBD78BFD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431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45A88-84CD-47B4-B068-1CCEBD78BFD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C014E-9B9C-41BF-A6F2-641765A46A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95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8276" y="634091"/>
            <a:ext cx="10635448" cy="3485148"/>
          </a:xfrm>
        </p:spPr>
        <p:txBody>
          <a:bodyPr>
            <a:noAutofit/>
          </a:bodyPr>
          <a:lstStyle/>
          <a:p>
            <a:r>
              <a:rPr lang="hy-AM" sz="4000" dirty="0" smtClean="0">
                <a:solidFill>
                  <a:schemeClr val="accent5">
                    <a:lumMod val="75000"/>
                  </a:schemeClr>
                </a:solidFill>
                <a:latin typeface="Stylafen"/>
              </a:rPr>
              <a:t>Վարկային </a:t>
            </a:r>
            <a:r>
              <a:rPr lang="hy-AM" sz="4000" dirty="0">
                <a:solidFill>
                  <a:schemeClr val="accent5">
                    <a:lumMod val="75000"/>
                  </a:schemeClr>
                </a:solidFill>
                <a:latin typeface="Stylafen"/>
              </a:rPr>
              <a:t>ռիսկի մոդելավորում ամպային տեխնոլոգիաներով և ակնկալվող վարկային վնասների գնահատում՝ ֆինանսական տվյալների հիման վրա (ՖՀՄՍ 9 պահանջների համատեքստում</a:t>
            </a:r>
            <a:r>
              <a:rPr lang="hy-AM" sz="4000" dirty="0" smtClean="0">
                <a:solidFill>
                  <a:schemeClr val="accent5">
                    <a:lumMod val="75000"/>
                  </a:schemeClr>
                </a:solidFill>
                <a:latin typeface="Stylafen"/>
              </a:rPr>
              <a:t>)</a:t>
            </a:r>
            <a:endParaRPr lang="ru-RU" sz="4000" dirty="0">
              <a:solidFill>
                <a:schemeClr val="accent5">
                  <a:lumMod val="75000"/>
                </a:schemeClr>
              </a:solidFill>
              <a:latin typeface="Stylafen"/>
            </a:endParaRPr>
          </a:p>
        </p:txBody>
      </p:sp>
      <p:sp>
        <p:nvSpPr>
          <p:cNvPr id="5" name="AutoShape 4" descr="Types Of Servers: Shared, Dedicated, Cloud, and Virtual — Jones IT"/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1524000" y="4924811"/>
            <a:ext cx="9144000" cy="63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hy-AM" sz="3200" dirty="0" smtClean="0">
                <a:solidFill>
                  <a:srgbClr val="002060"/>
                </a:solidFill>
              </a:rPr>
              <a:t>Հայկ Հովսեփյան ՄԹ240</a:t>
            </a:r>
            <a:endParaRPr lang="ru-RU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63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y-AM" dirty="0" smtClean="0">
                <a:latin typeface="Stylafen"/>
              </a:rPr>
              <a:t>Խնդրի Դրվածք</a:t>
            </a:r>
            <a:br>
              <a:rPr lang="hy-AM" dirty="0" smtClean="0">
                <a:latin typeface="Stylafen"/>
              </a:rPr>
            </a:br>
            <a:r>
              <a:rPr lang="hy-AM" sz="3600" dirty="0" smtClean="0">
                <a:latin typeface="Stylafen"/>
              </a:rPr>
              <a:t>Վարկային ռիսկի մոդելավորում</a:t>
            </a:r>
            <a:r>
              <a:rPr lang="en-US" sz="3600" dirty="0" smtClean="0">
                <a:latin typeface="Stylafen"/>
              </a:rPr>
              <a:t> </a:t>
            </a:r>
            <a:endParaRPr lang="ru-RU" sz="3600" dirty="0">
              <a:latin typeface="Stylafe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936" y="1992529"/>
            <a:ext cx="9806127" cy="411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1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y-AM" dirty="0" smtClean="0">
                <a:latin typeface="Stylafen"/>
              </a:rPr>
              <a:t>Ամպային Տեխնոլոգիաներ</a:t>
            </a:r>
            <a:endParaRPr lang="ru-RU" dirty="0">
              <a:latin typeface="Stylafen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82389"/>
            <a:ext cx="10515600" cy="3837810"/>
          </a:xfrm>
        </p:spPr>
      </p:pic>
    </p:spTree>
    <p:extLst>
      <p:ext uri="{BB962C8B-B14F-4D97-AF65-F5344CB8AC3E}">
        <p14:creationId xmlns:p14="http://schemas.microsoft.com/office/powerpoint/2010/main" val="29558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7250" y="337351"/>
            <a:ext cx="113900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ETL </a:t>
            </a:r>
            <a:r>
              <a:rPr lang="hy-AM" sz="4400" dirty="0" smtClean="0"/>
              <a:t>և </a:t>
            </a:r>
            <a:r>
              <a:rPr lang="en-US" sz="4400" dirty="0" smtClean="0"/>
              <a:t>ELT</a:t>
            </a:r>
            <a:r>
              <a:rPr lang="hy-AM" sz="4400" dirty="0"/>
              <a:t> </a:t>
            </a:r>
            <a:r>
              <a:rPr lang="hy-AM" sz="4400" dirty="0" smtClean="0"/>
              <a:t>տվյալների ինտեգրման եղանակներ</a:t>
            </a:r>
            <a:endParaRPr lang="ru-RU" sz="4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75" y="1405532"/>
            <a:ext cx="10058400" cy="475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5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y-AM" dirty="0" smtClean="0">
                <a:latin typeface="Stylafen"/>
              </a:rPr>
              <a:t>Մեդալիոն Ճարտարագիտություն</a:t>
            </a:r>
            <a:endParaRPr lang="ru-RU" dirty="0">
              <a:latin typeface="Stylafen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7972"/>
            <a:ext cx="10515600" cy="4315624"/>
          </a:xfrm>
        </p:spPr>
      </p:pic>
    </p:spTree>
    <p:extLst>
      <p:ext uri="{BB962C8B-B14F-4D97-AF65-F5344CB8AC3E}">
        <p14:creationId xmlns:p14="http://schemas.microsoft.com/office/powerpoint/2010/main" val="339883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8508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Stylafen"/>
              </a:rPr>
              <a:t>OLTP/OLAP </a:t>
            </a:r>
            <a:r>
              <a:rPr lang="hy-AM" dirty="0" smtClean="0">
                <a:latin typeface="Stylafen"/>
              </a:rPr>
              <a:t>համակարգեր</a:t>
            </a:r>
            <a:endParaRPr lang="ru-RU" dirty="0">
              <a:latin typeface="Stylafen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6113"/>
            <a:ext cx="10515600" cy="3155456"/>
          </a:xfrm>
        </p:spPr>
      </p:pic>
    </p:spTree>
    <p:extLst>
      <p:ext uri="{BB962C8B-B14F-4D97-AF65-F5344CB8AC3E}">
        <p14:creationId xmlns:p14="http://schemas.microsoft.com/office/powerpoint/2010/main" val="206893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18391"/>
            <a:ext cx="10515600" cy="1325563"/>
          </a:xfrm>
        </p:spPr>
        <p:txBody>
          <a:bodyPr/>
          <a:lstStyle/>
          <a:p>
            <a:pPr algn="ctr"/>
            <a:r>
              <a:rPr lang="hy-AM" dirty="0">
                <a:latin typeface="Stylafen"/>
              </a:rPr>
              <a:t>Տվյալային </a:t>
            </a:r>
            <a:r>
              <a:rPr lang="hy-AM" dirty="0" smtClean="0">
                <a:latin typeface="Stylafen"/>
              </a:rPr>
              <a:t>խողովակաշարեր</a:t>
            </a:r>
            <a:endParaRPr lang="ru-RU" dirty="0">
              <a:latin typeface="Stylafen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1743954"/>
            <a:ext cx="10515601" cy="3882683"/>
          </a:xfrm>
        </p:spPr>
      </p:pic>
    </p:spTree>
    <p:extLst>
      <p:ext uri="{BB962C8B-B14F-4D97-AF65-F5344CB8AC3E}">
        <p14:creationId xmlns:p14="http://schemas.microsoft.com/office/powerpoint/2010/main" val="323418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Stylafen"/>
              </a:rPr>
              <a:t>Azure Data Factory (ADF)</a:t>
            </a:r>
            <a:endParaRPr lang="ru-RU" dirty="0">
              <a:latin typeface="Stylafen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821" y="1825625"/>
            <a:ext cx="8936358" cy="4351338"/>
          </a:xfrm>
        </p:spPr>
      </p:pic>
    </p:spTree>
    <p:extLst>
      <p:ext uri="{BB962C8B-B14F-4D97-AF65-F5344CB8AC3E}">
        <p14:creationId xmlns:p14="http://schemas.microsoft.com/office/powerpoint/2010/main" val="240757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448" y="533802"/>
            <a:ext cx="10515600" cy="6380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Sylfaen" panose="010A0502050306030303" pitchFamily="18" charset="0"/>
              </a:rPr>
              <a:t>Microsoft Azure Resource Grou</a:t>
            </a:r>
            <a:r>
              <a:rPr lang="en-US" dirty="0">
                <a:latin typeface="Sylfaen" panose="010A0502050306030303" pitchFamily="18" charset="0"/>
              </a:rPr>
              <a:t>p</a:t>
            </a:r>
            <a:endParaRPr lang="ru-RU" dirty="0">
              <a:latin typeface="Sylfaen" panose="010A0502050306030303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9692"/>
            <a:ext cx="12181493" cy="4299772"/>
          </a:xfrm>
        </p:spPr>
      </p:pic>
    </p:spTree>
    <p:extLst>
      <p:ext uri="{BB962C8B-B14F-4D97-AF65-F5344CB8AC3E}">
        <p14:creationId xmlns:p14="http://schemas.microsoft.com/office/powerpoint/2010/main" val="705120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949" y="0"/>
            <a:ext cx="12259949" cy="6858000"/>
          </a:xfrm>
        </p:spPr>
      </p:pic>
    </p:spTree>
    <p:extLst>
      <p:ext uri="{BB962C8B-B14F-4D97-AF65-F5344CB8AC3E}">
        <p14:creationId xmlns:p14="http://schemas.microsoft.com/office/powerpoint/2010/main" val="279396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0268"/>
          </a:xfrm>
        </p:spPr>
      </p:pic>
    </p:spTree>
    <p:extLst>
      <p:ext uri="{BB962C8B-B14F-4D97-AF65-F5344CB8AC3E}">
        <p14:creationId xmlns:p14="http://schemas.microsoft.com/office/powerpoint/2010/main" val="4154841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09362"/>
          </a:xfrm>
        </p:spPr>
      </p:pic>
    </p:spTree>
    <p:extLst>
      <p:ext uri="{BB962C8B-B14F-4D97-AF65-F5344CB8AC3E}">
        <p14:creationId xmlns:p14="http://schemas.microsoft.com/office/powerpoint/2010/main" val="3036404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8099" y="231821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y-AM" sz="6000" dirty="0" smtClean="0">
                <a:latin typeface="Stylafen"/>
              </a:rPr>
              <a:t>Շնորհակալություն</a:t>
            </a:r>
            <a:endParaRPr lang="ru-RU" sz="4800" dirty="0">
              <a:latin typeface="Stylafen"/>
            </a:endParaRPr>
          </a:p>
        </p:txBody>
      </p:sp>
    </p:spTree>
    <p:extLst>
      <p:ext uri="{BB962C8B-B14F-4D97-AF65-F5344CB8AC3E}">
        <p14:creationId xmlns:p14="http://schemas.microsoft.com/office/powerpoint/2010/main" val="248625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55</Words>
  <Application>Microsoft Office PowerPoint</Application>
  <PresentationFormat>Widescreen</PresentationFormat>
  <Paragraphs>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Stylafen</vt:lpstr>
      <vt:lpstr>Sylfaen</vt:lpstr>
      <vt:lpstr>Office Theme</vt:lpstr>
      <vt:lpstr>Վարկային ռիսկի մոդելավորում ամպային տեխնոլոգիաներով և ակնկալվող վարկային վնասների գնահատում՝ ֆինանսական տվյալների հիման վրա (ՖՀՄՍ 9 պահանջների համատեքստում)</vt:lpstr>
      <vt:lpstr>Խնդրի Դրվածք Վարկային ռիսկի մոդելավորում </vt:lpstr>
      <vt:lpstr>Ամպային Տեխնոլոգիաներ</vt:lpstr>
      <vt:lpstr>PowerPoint Presentation</vt:lpstr>
      <vt:lpstr>Մեդալիոն Ճարտարագիտություն</vt:lpstr>
      <vt:lpstr>OLTP/OLAP համակարգեր</vt:lpstr>
      <vt:lpstr>Տվյալային խողովակաշարեր</vt:lpstr>
      <vt:lpstr>Azure Data Factory (ADF)</vt:lpstr>
      <vt:lpstr>Microsoft Azure Resource Group</vt:lpstr>
      <vt:lpstr>PowerPoint Presentation</vt:lpstr>
      <vt:lpstr>PowerPoint Presentation</vt:lpstr>
      <vt:lpstr>PowerPoint Presentation</vt:lpstr>
      <vt:lpstr>Շնորհակալություն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30</cp:revision>
  <dcterms:created xsi:type="dcterms:W3CDTF">2025-12-04T19:58:14Z</dcterms:created>
  <dcterms:modified xsi:type="dcterms:W3CDTF">2025-12-06T20:33:52Z</dcterms:modified>
</cp:coreProperties>
</file>